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PathCompanion AI — An Agentic Career and Talent Companion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Development Project-CIS6035 /Dissertation Project CIS 6000</a:t>
            </a:r>
          </a:p>
          <a:p>
            <a:r>
              <a:t>BSc. Software Engineering</a:t>
            </a:r>
          </a:p>
          <a:p>
            <a:r>
              <a:t>Student: Sainthavy Yogaraththinam</a:t>
            </a:r>
          </a:p>
          <a:p>
            <a:r>
              <a:t>Supervisor: [Supervisor Name]</a:t>
            </a:r>
          </a:p>
          <a:p>
            <a:r>
              <a:t>ICBT Campus, Jaffna</a:t>
            </a:r>
          </a:p>
          <a:p>
            <a:r>
              <a:t>Date: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</a:t>
            </a:r>
          </a:p>
          <a:p>
            <a:r>
              <a:t>Problem Statement</a:t>
            </a:r>
          </a:p>
          <a:p>
            <a:r>
              <a:t>Objectives</a:t>
            </a:r>
          </a:p>
          <a:p>
            <a:r>
              <a:t>Literature Review</a:t>
            </a:r>
          </a:p>
          <a:p>
            <a:r>
              <a:t>Proposed Solution</a:t>
            </a:r>
          </a:p>
          <a:p>
            <a:r>
              <a:t>Functionalities &amp; Non-functionalities</a:t>
            </a:r>
          </a:p>
          <a:p>
            <a:r>
              <a:t>Methodology</a:t>
            </a:r>
          </a:p>
          <a:p>
            <a:r>
              <a:t>Technology Stack</a:t>
            </a:r>
          </a:p>
          <a:p>
            <a:r>
              <a:t>Limitations</a:t>
            </a:r>
          </a:p>
          <a:p>
            <a:r>
              <a:t>Lesson Learned</a:t>
            </a:r>
          </a:p>
          <a:p>
            <a:r>
              <a:t>Future Recommendation</a:t>
            </a:r>
          </a:p>
          <a:p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 development is fragmented across disconnected platforms.</a:t>
            </a:r>
          </a:p>
          <a:p>
            <a:r>
              <a:t>PathCompanion AI provides a single full-stack web application.</a:t>
            </a:r>
          </a:p>
          <a:p>
            <a:r>
              <a:t>Integrates six cooperating AI agents through a shared memory and event bus.</a:t>
            </a:r>
          </a:p>
          <a:p>
            <a:r>
              <a:t>Hybrid intelligence design using two custom-trained machine-learning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 development today is fragmented across disconnected tools.</a:t>
            </a:r>
          </a:p>
          <a:p>
            <a:pPr lvl="1"/>
            <a:r>
              <a:t>Job discovery is inefficient (semantic mismatch).</a:t>
            </a:r>
          </a:p>
          <a:p>
            <a:pPr lvl="1"/>
            <a:r>
              <a:t>Skill gaps are invisible without structured feedback.</a:t>
            </a:r>
          </a:p>
          <a:p>
            <a:pPr lvl="1"/>
            <a:r>
              <a:t>Learning paths are unguided.</a:t>
            </a:r>
          </a:p>
          <a:p>
            <a:pPr lvl="1"/>
            <a:r>
              <a:t>Resumes are generic and rarely ATS-optimised per job.</a:t>
            </a:r>
          </a:p>
          <a:p>
            <a:pPr lvl="1"/>
            <a:r>
              <a:t>Interview anxiety is unaddressed without realistic rehearsal.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Objective: Design, implement, and evaluate a multi-agent AI web application for career support.</a:t>
            </a:r>
          </a:p>
          <a:p>
            <a:pPr lvl="1"/>
            <a:r>
              <a:t>Train and evaluate a resume-category classification model.</a:t>
            </a:r>
          </a:p>
          <a:p>
            <a:pPr lvl="1"/>
            <a:r>
              <a:t>Train and evaluate a multi-label skill-extraction model.</a:t>
            </a:r>
          </a:p>
          <a:p>
            <a:pPr lvl="1"/>
            <a:r>
              <a:t>Implement automated job aggregation, gap analysis, learning plans, and ATS resume generation.</a:t>
            </a:r>
          </a:p>
          <a:p>
            <a:pPr lvl="1"/>
            <a:r>
              <a:t>Conduct realistic voice-based mock interviews.</a:t>
            </a:r>
          </a:p>
          <a:p>
            <a:pPr lvl="1"/>
            <a:r>
              <a:t>Operate within free-tier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Areas Researched:</a:t>
            </a:r>
          </a:p>
          <a:p>
            <a:pPr lvl="1"/>
            <a:r>
              <a:t>Fragmentation of Career Tooling: Gap in integration among platforms.</a:t>
            </a:r>
          </a:p>
          <a:p>
            <a:pPr lvl="1"/>
            <a:r>
              <a:t>Agentic AI Systems: Using event-driven multi-agent architectures.</a:t>
            </a:r>
          </a:p>
          <a:p>
            <a:pPr lvl="1"/>
            <a:r>
              <a:t>Text Classification: Transfer learning with DistilBERT over TF-IDF baselines.</a:t>
            </a:r>
          </a:p>
          <a:p>
            <a:pPr lvl="1"/>
            <a:r>
              <a:t>Skill Extraction: LLM-assisted weak supervision for labelling.</a:t>
            </a:r>
          </a:p>
          <a:p>
            <a:pPr lvl="1"/>
            <a:r>
              <a:t>Semantic Retrieval: Using pgvector for dense embedding 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application with React (Vite), FastAPI, and Supabase.</a:t>
            </a:r>
          </a:p>
          <a:p>
            <a:pPr lvl="1"/>
            <a:r>
              <a:t>Six Coordinated Agents:</a:t>
            </a:r>
          </a:p>
          <a:p>
            <a:pPr lvl="2"/>
            <a:r>
              <a:t>Job Scout, Skill Gap Analyzer, Learning Resource Finder</a:t>
            </a:r>
          </a:p>
          <a:p>
            <a:pPr lvl="2"/>
            <a:r>
              <a:t>Resume Architect, Mock Interview Agent, Career Path Planner</a:t>
            </a:r>
          </a:p>
          <a:p>
            <a:pPr lvl="1"/>
            <a:r>
              <a:t>Interconnected Cascade: Actions in one agent (e.g. learning a skill) automatically update states in others (e.g. gap analysis, resume drafts).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Functionalities &amp; Non-functionalities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Requirements:</a:t>
            </a:r>
          </a:p>
          <a:p>
            <a:pPr lvl="1"/>
            <a:r>
              <a:t>Job aggregation &amp; semantic matching.</a:t>
            </a:r>
          </a:p>
          <a:p>
            <a:pPr lvl="1"/>
            <a:r>
              <a:t>Skill extraction &amp; gap analysis.</a:t>
            </a:r>
          </a:p>
          <a:p>
            <a:pPr lvl="1"/>
            <a:r>
              <a:t>Tailored ATS resume generation.</a:t>
            </a:r>
          </a:p>
          <a:p>
            <a:pPr lvl="1"/>
            <a:r>
              <a:t>Voice mock interviews with panic control.</a:t>
            </a:r>
          </a:p>
          <a:p>
            <a:pPr/>
            <a:r>
              <a:t>Non-Functional Requirements:</a:t>
            </a:r>
          </a:p>
          <a:p>
            <a:pPr lvl="1"/>
            <a:r>
              <a:t>Security (Row-Level Security in Supabase).</a:t>
            </a:r>
          </a:p>
          <a:p>
            <a:pPr lvl="1"/>
            <a:r>
              <a:t>Performance (sub-2s latency for interviews).</a:t>
            </a:r>
          </a:p>
          <a:p>
            <a:pPr lvl="1"/>
            <a:r>
              <a:t>Zero-cost operation (Free tiers).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Life Cycle:</a:t>
            </a:r>
          </a:p>
          <a:p>
            <a:pPr lvl="1"/>
            <a:r>
              <a:t>16 weeks divided into 8 two-week sprints.</a:t>
            </a:r>
          </a:p>
          <a:p>
            <a:pPr lvl="1"/>
            <a:r>
              <a:t>Iterative development to handle ML experiments &amp; API integration.</a:t>
            </a:r>
          </a:p>
          <a:p>
            <a:pPr/>
            <a:r>
              <a:t>Requirement Gathering:</a:t>
            </a:r>
          </a:p>
          <a:p>
            <a:pPr lvl="1"/>
            <a:r>
              <a:t>Questionnaires (quantitative prevalence of problems).</a:t>
            </a:r>
          </a:p>
          <a:p>
            <a:pPr lvl="1"/>
            <a:r>
              <a:t>Semi-structured interviews (qualitative pain points).</a:t>
            </a:r>
          </a:p>
          <a:p>
            <a:pPr lvl="1"/>
            <a:r>
              <a:t>Platform analysis of existing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18, Vite, Vanilla CSS.</a:t>
            </a:r>
          </a:p>
          <a:p>
            <a:pPr lvl="1"/>
            <a:r>
              <a:t>Backend: FastAPI (Python 3.11, async), Uvicorn.</a:t>
            </a:r>
          </a:p>
          <a:p>
            <a:pPr lvl="1"/>
            <a:r>
              <a:t>Database: Supabase (PostgreSQL, pgvector, HNSW indexes).</a:t>
            </a:r>
          </a:p>
          <a:p>
            <a:pPr lvl="1"/>
            <a:r>
              <a:t>Machine Learning: scikit-learn, Hugging Face Transformers, PyTorch.</a:t>
            </a:r>
          </a:p>
          <a:p>
            <a:pPr lvl="1"/>
            <a:r>
              <a:t>AI Services:</a:t>
            </a:r>
          </a:p>
          <a:p>
            <a:pPr lvl="2"/>
            <a:r>
              <a:t>Google Gemini Flash (generation/embeddings)</a:t>
            </a:r>
          </a:p>
          <a:p>
            <a:pPr lvl="2"/>
            <a:r>
              <a:t>Groq Llama 3.3 70B &amp; Whisper (chat/STT)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Truncation: Macro-F1 below target for Model 1 due to 256-token truncation of long resumes.</a:t>
            </a:r>
          </a:p>
          <a:p>
            <a:pPr/>
            <a:r>
              <a:t>Free-Tier Limits: System is dependent on external LLM and API free-tier quotas.</a:t>
            </a:r>
          </a:p>
          <a:p>
            <a:pPr/>
            <a:r>
              <a:t>Resource Constraints: Single developer limited parallel workstreams.</a:t>
            </a:r>
          </a:p>
          <a:p>
            <a:pPr/>
            <a:r>
              <a:t>Language: English-only interface in this release.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AI approach effectively reduces external dependencies and costs.</a:t>
            </a:r>
          </a:p>
          <a:p>
            <a:pPr/>
            <a:r>
              <a:t>Managing free-tier rate limits requires careful caching and background processing.</a:t>
            </a:r>
          </a:p>
          <a:p>
            <a:pPr/>
            <a:r>
              <a:t>Continuous user feedback is vital for relevance.</a:t>
            </a:r>
          </a:p>
          <a:p>
            <a:pPr/>
            <a:r>
              <a:t>Event-driven architecture ensures agents are loosely coupled.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Release: Deploy system to students and early-career professionals.</a:t>
            </a:r>
          </a:p>
          <a:p>
            <a:pPr/>
            <a:r>
              <a:t>Recruiter Portal: Add features for employers.</a:t>
            </a:r>
          </a:p>
          <a:p>
            <a:pPr/>
            <a:r>
              <a:t>Multilingual Support: Expand to Tamil and Sinhala.</a:t>
            </a:r>
          </a:p>
          <a:p>
            <a:pPr/>
            <a:r>
              <a:t>Mobile Application: Develop a mobile client on the same backend.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Sanh et al. (2019). DistilBERT, a distilled version of BERT: smaller, faster, cheaper and lighter.</a:t>
            </a:r>
          </a:p>
          <a:p>
            <a:pPr/>
            <a:r>
              <a:t>Pedregosa et al. (2011). Scikit-learn: Machine Learning in Python.</a:t>
            </a:r>
          </a:p>
          <a:p>
            <a:pPr/>
            <a:r>
              <a:t>Zhang, Jensen and Plank (2022). Weak Supervision for text classification.</a:t>
            </a:r>
          </a:p>
          <a:p>
            <a:pPr/>
            <a:r>
              <a:t>Supabase (2026). pgvector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