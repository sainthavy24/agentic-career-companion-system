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PathCompanion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NotebookLM Research Guide</a:t>
            </a:r>
          </a:p>
          <a:p>
            <a:r>
              <a:t>AI Integrations Across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for AI Implementation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Dashboard &amp; Profile: Predictive Trajectories, Dynamic Personalization</a:t>
            </a:r>
          </a:p>
          <a:p>
            <a:pPr>
              <a:defRPr sz="2000"/>
            </a:pPr>
            <a:r>
              <a:t>Job Scout: Automated Outreach, Job Market Trends</a:t>
            </a:r>
          </a:p>
          <a:p>
            <a:pPr>
              <a:defRPr sz="2000"/>
            </a:pPr>
            <a:r>
              <a:t>Resume &amp; Builder: A/B Testing Resumes, Chatbot Extraction</a:t>
            </a:r>
          </a:p>
          <a:p>
            <a:pPr>
              <a:defRPr sz="2000"/>
            </a:pPr>
            <a:r>
              <a:t>Skill Gap: Micro-Skill ID, Time-to-Mastery Estimation</a:t>
            </a:r>
          </a:p>
          <a:p>
            <a:pPr>
              <a:defRPr sz="2000"/>
            </a:pPr>
            <a:r>
              <a:t>Career Pathing: Scenario Simulation, Non-Linear Paths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for AI Implementation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Learning: Personalized Curriculum, Adaptive Learning</a:t>
            </a:r>
          </a:p>
          <a:p>
            <a:pPr>
              <a:defRPr sz="2000"/>
            </a:pPr>
            <a:r>
              <a:t>Mock Interview: Micro-Expression Analysis, Panic Mode</a:t>
            </a:r>
          </a:p>
          <a:p>
            <a:pPr>
              <a:defRPr sz="2000"/>
            </a:pPr>
            <a:r>
              <a:t>Mock Exam: Adaptive Questioning (IRT), Concept Remediation</a:t>
            </a:r>
          </a:p>
          <a:p>
            <a:pPr>
              <a:defRPr sz="2000"/>
            </a:pPr>
            <a:r>
              <a:t>Chat/Assistant: Proactive Check-ins, Contextual 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