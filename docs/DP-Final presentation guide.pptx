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DBF33-65B8-42E1-8372-E15A252FA0E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21B1E-0D33-41A9-A528-45B772E00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A84E-3EA0-5536-AE71-1317B470B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6AFB2-BA2D-3D94-6209-1D280B3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32586-28F1-11BE-7D79-A1EC0416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7170-4DE6-B9F7-E125-58F6F0FC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D10BA-A9CC-E1C9-2AE5-CC590716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7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D555-7CEF-F16A-C188-75FC711D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D0D2A-9E3F-EFB4-DA7C-A5CF84E70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0EE43-0DFF-5A6A-B175-924E8A5E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AA3BB-6CEA-0F79-7617-2E4D7D92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30186-9E0F-2D2B-D119-91130F9A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0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97EF-85EE-7A34-66DF-63067914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AAB50-846F-A09B-DEF0-34790707B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196C9-1674-F0D1-30B2-43B0C991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6BD9-642A-BB6C-443F-1AC90828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99771-EEEE-84A1-7AEE-497478E9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9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8B57-4DE7-FDFE-5BAC-78A92547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E57A3-23EC-CEA0-11FF-529A525C9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65ED1-B9F2-1680-DDA0-0B9FC81DE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22DFA-00E2-EA85-C189-2EE301284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C0203-20E6-FBFF-38FF-C44681ED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0507A-77B1-45C2-A7EB-4AF66304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4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3250-C397-24D2-E175-7396B3F3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F0D19-9C20-E4CA-B451-85A04EB30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B14BC-3815-2BC1-171F-B0C4E9283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5BF1D-354B-8547-3D46-38BF2C8D1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DE5BF-81C4-D816-D385-C92C80F3B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68834-139F-8B58-BB71-D3D1D3CF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5A798-DC0F-F9D5-6738-5DA1DE5C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E05F4-B634-08B4-3F00-BFC480F5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1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4732B-7C94-976E-9B86-E53BAAC8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1AFB9-733F-44FC-8538-361A24FA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FE545-363B-1977-22E2-00B59101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9CDEA-BDBD-3EAB-90BA-378964DC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8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46D93-C4A7-9DBD-1B5E-0CE67BF2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7FF2D-E869-CD68-6EAE-3C3135D1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37CBC-ECFA-DFC3-7C8F-407A72FFC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BE96-7F83-6338-9878-90D92057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CE120-A19F-B131-13AE-2D9D0168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2678F-E5C2-CBD8-AAD8-C203448D7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9C72E-1EF0-C4C2-D49C-769E7988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F9263-7371-49C2-60E3-D2FB8547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79817-21A7-3B72-669E-37B5B859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1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C66B2-427E-266E-7EDA-B87EA1FE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F52FA-4FE4-5485-D075-C609400EC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EB0AF-A2CB-E5E1-6168-CFC9976F1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17772-395E-1096-8B8F-1BCD2AF7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B1121-31CD-3995-EC54-3836BCA1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EA7DC-D899-D112-6749-AF4DE554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529E-9746-61AC-EC3A-EE2499D1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B9731-DCCA-0846-8C70-48791DB60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FAE39-6789-EC59-0880-537677BB6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05A81-688F-CF17-764F-4B2A9A6F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D4C37-AB1D-BEB4-2A55-C529B376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7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C3B16-3A1C-CD4F-3FFE-50CF0B331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3462F-796B-974A-4735-926D6D435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E8574-744E-053C-60CB-6DA367B0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67771-128B-1D17-83A4-5B2C795F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5A7FD-F710-76C6-8D40-CCE51BEF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8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782BA-0109-1BFA-6871-68DFE680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A0B0-BF58-0A97-F46C-F0691D73F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51B3-D47D-26EF-BD2F-7753ECC1D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6A173-A6FA-4715-81F5-BBDDA3B5A06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D6CAA-1249-0AC1-2930-CAEB3B82E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18C15-6744-CDC4-F2E8-371C6854A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B8EE6-B9D6-41B4-BF71-C67526E0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1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E8F7-54B9-6BB7-383F-CD1421255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572" y="635508"/>
            <a:ext cx="9144000" cy="1810939"/>
          </a:xfrm>
        </p:spPr>
        <p:txBody>
          <a:bodyPr>
            <a:normAutofit/>
          </a:bodyPr>
          <a:lstStyle/>
          <a:p>
            <a:r>
              <a:rPr lang="en-US" alt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 </a:t>
            </a:r>
            <a:b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(Times New Roman,38 ft size)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8B223-1B9A-88FC-B6A5-20804B81C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558" y="3289543"/>
            <a:ext cx="6332903" cy="2506419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Development Project-CIS6035 /Dissertation Project CIS 6000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BSc. Software Engineering / BSc BIS -(Batch Number )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K. Name (JF/----------)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Supervisor: _____________</a:t>
            </a:r>
          </a:p>
          <a:p>
            <a:r>
              <a:rPr 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ICBT Campus, Jaffna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90B9FC-A14C-7D8C-FD83-6E05BD0B9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1" descr="ICBT logo">
            <a:extLst>
              <a:ext uri="{FF2B5EF4-FFF2-40B4-BE49-F238E27FC236}">
                <a16:creationId xmlns:a16="http://schemas.microsoft.com/office/drawing/2014/main" id="{39639D44-FA7D-2642-747B-F7E1F897A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8944" y="5795962"/>
            <a:ext cx="1076325" cy="106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E6FC26-BDB4-5D78-6EA2-D43827A422E2}"/>
              </a:ext>
            </a:extLst>
          </p:cNvPr>
          <p:cNvSpPr txBox="1"/>
          <p:nvPr/>
        </p:nvSpPr>
        <p:spPr>
          <a:xfrm>
            <a:off x="9768688" y="4339124"/>
            <a:ext cx="2211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(Times New Roman,18 ft size)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C9C9ECB-ED7C-52EF-D23E-8DB4EB72E3FA}"/>
              </a:ext>
            </a:extLst>
          </p:cNvPr>
          <p:cNvSpPr/>
          <p:nvPr/>
        </p:nvSpPr>
        <p:spPr>
          <a:xfrm flipH="1">
            <a:off x="9008196" y="4504725"/>
            <a:ext cx="760492" cy="144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3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AAAF-2737-30F2-1185-9DD4D492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330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2B81-6D46-08B7-C3BB-8CD2E1E92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347" y="1436158"/>
            <a:ext cx="10448453" cy="518477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  (max 1 slide)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 (max  1 slide)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(1 slide)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(max 2 slides)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 (1 slide)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&amp; Non-functionalities of the system  (max 2 slides)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(max 2 slides)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(max 4 slides)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for the project  (1 slide)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Learned   (1 slide)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  (1 slide)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(max 2 slides)</a:t>
            </a:r>
          </a:p>
        </p:txBody>
      </p:sp>
    </p:spTree>
    <p:extLst>
      <p:ext uri="{BB962C8B-B14F-4D97-AF65-F5344CB8AC3E}">
        <p14:creationId xmlns:p14="http://schemas.microsoft.com/office/powerpoint/2010/main" val="130601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D117-1FA7-B46D-C235-F891A21E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734" y="841972"/>
            <a:ext cx="10515600" cy="70915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8A3C6-D191-8B89-DD49-8C95EFDB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128"/>
            <a:ext cx="10515600" cy="462583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this challenge by developing a comprehensive Java-based solution that automates the management. (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F9F1B-866F-869B-DDDB-DC4624205188}"/>
              </a:ext>
            </a:extLst>
          </p:cNvPr>
          <p:cNvSpPr txBox="1"/>
          <p:nvPr/>
        </p:nvSpPr>
        <p:spPr>
          <a:xfrm>
            <a:off x="7904429" y="4180437"/>
            <a:ext cx="35399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Sample content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make sure to follow the font size and the font style as mentioned in the slide for the all table of contents.</a:t>
            </a:r>
          </a:p>
        </p:txBody>
      </p:sp>
    </p:spTree>
    <p:extLst>
      <p:ext uri="{BB962C8B-B14F-4D97-AF65-F5344CB8AC3E}">
        <p14:creationId xmlns:p14="http://schemas.microsoft.com/office/powerpoint/2010/main" val="354554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192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TITLE OF THE PROJECT    (Times New Roman,38 ft size)</vt:lpstr>
      <vt:lpstr>Table of Contents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Koodeswaran Sajuran</dc:creator>
  <cp:lastModifiedBy>Academic Administrative Division – ICBT Jaffna</cp:lastModifiedBy>
  <cp:revision>10</cp:revision>
  <dcterms:created xsi:type="dcterms:W3CDTF">2025-08-25T03:56:47Z</dcterms:created>
  <dcterms:modified xsi:type="dcterms:W3CDTF">2026-03-09T11:48:55Z</dcterms:modified>
</cp:coreProperties>
</file>