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50" b="0" i="0" u="none" strike="noStrike">
                <a:solidFill>
                  <a:srgbClr val="000000"/>
                </a:solidFill>
                <a:latin typeface="Arial"/>
              </a:rPr>
              <a:t>Model 1 on unseen test data (249 resumes, 24 classes)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(TF-IDF + LR)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Macro-F1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0.655</c:v>
                </c:pt>
                <c:pt idx="1">
                  <c:v>0.596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My fine-tuned DistilBERT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Macro-F1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0.823</c:v>
                </c:pt>
                <c:pt idx="1">
                  <c:v>0.751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6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PathCompanion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An Agentic Career and Talent Companion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A0E8"/>
                </a:solidFill>
              </a:rPr>
              <a:t>6 AI agents  ·  2 ML models I trained myself  ·  1 app  ·  0 running cost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CSE 6035 — Development Project  ·  Presentation / VIVA (PRES1)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[Student Name]  ·  [Student ID – Cardiff ID – ICBT ID]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Supervisor: [Supervisor Name]  ·  BSc (Hons) Software Engineering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Why This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C8C"/>
                </a:solidFill>
              </a:rPr>
              <a:t>A job seeker today lives in five disconnected apps. Nothing they do in one place helps them in another.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Search jobs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23957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</a:rPr>
              <a:t>on 3–4 job boards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4C8C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07208" y="18288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Guess skills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16936" y="23957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</a:rPr>
              <a:t>no one tells them the gap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10328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4C8C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11496" y="18288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Learn somewhere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221224" y="23957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</a:rPr>
              <a:t>random courses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14616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4C8C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15784" y="18288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5512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One resume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25512" y="23957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</a:rPr>
              <a:t>sent everywhere, ATS rejects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18904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4C8C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720072" y="18288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980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No practice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829800" y="23957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</a:rPr>
              <a:t>walks into interviews anxious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749040"/>
            <a:ext cx="111556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023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FFFFFF"/>
                </a:solidFill>
              </a:rPr>
              <a:t>The result is a global talent gap — and personal career coaching costs more than most graduates can afford.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CADCFC"/>
                </a:solidFill>
              </a:rPr>
              <a:t>My idea: one intelligent application where every part talks to every other part — a career coach, tutor, resume writer and interview trainer in one, running entirely on free services.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Six Issues I Set Out to Solve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99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1. Inefficient job discovery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Keyword search misses meaning — a React dev never sees 'Frontend Engineer' posts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234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399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2. Invisible skill gaps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07992" y="2103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Nobody tells you which skills separate you from the job you want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1399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3. Unguided learning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30184" y="2103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Free resources exist, but in what order? Learners can't sequence them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85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4. Generic resumes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4389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ATS filters reward per-job keywords; everyone sends one resume everywhere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3520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3685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5. Interview anxiety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07992" y="4389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No safe, realistic spoken rehearsal exists anywhere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47304" y="3520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0184" y="3685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6. Opaque career progression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0184" y="4389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What role comes next? Which skills? How long? Silence.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4C8C"/>
                </a:solidFill>
              </a:rPr>
              <a:t>One agent per problem — all six connected through shared memory.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— Six Agents, One Brain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Job Scout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1691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Pulls real jobs from public APIs, matches them semantically to YOUR profile with a match 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2984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Skill Gap Analyzer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19088" y="1691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My trained model reads any job ad and shows exactly which skills you have vs miss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67004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7797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Learning Finder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" y="317296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Turns every missing skill into an ordered plan of free resources, with progress tracking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67004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7797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Resume Architect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9088" y="317296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My trained model classifies your resume; generates an ATS-optimised version per job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15137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42611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Voice Mock Interview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" y="4654296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Speaks real questions aloud, listens to your answers, coaches you — with a panic button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15137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42611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Career Path Planner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19088" y="4654296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</a:rPr>
              <a:t>Maps Intern → Senior with skills and timeline for every stage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80644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Plus beyond the proposal: a Mock Exam module with e-mailed certificates, and a cross-app AI assistant.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Behind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2A357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90472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16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441448"/>
            <a:ext cx="2404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weeks · 8 Agile sprints,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each a working increment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32588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2A3572"/>
          </a:solidFill>
          <a:ln/>
        </p:spPr>
      </p:sp>
      <p:sp>
        <p:nvSpPr>
          <p:cNvPr id="8" name="Text 6"/>
          <p:cNvSpPr/>
          <p:nvPr/>
        </p:nvSpPr>
        <p:spPr>
          <a:xfrm>
            <a:off x="3364992" y="1490472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02152" y="2441448"/>
            <a:ext cx="2404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ML models trained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from scratch by 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7064" y="132588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2A3572"/>
          </a:solidFill>
          <a:ln/>
        </p:spPr>
      </p:sp>
      <p:sp>
        <p:nvSpPr>
          <p:cNvPr id="11" name="Text 9"/>
          <p:cNvSpPr/>
          <p:nvPr/>
        </p:nvSpPr>
        <p:spPr>
          <a:xfrm>
            <a:off x="6227064" y="1490472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14,300+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64224" y="2441448"/>
            <a:ext cx="2404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labelled samples used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(2,484 resumes + ~11,800 jobs)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89136" y="132588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2A3572"/>
          </a:solidFill>
          <a:ln/>
        </p:spPr>
      </p:sp>
      <p:sp>
        <p:nvSpPr>
          <p:cNvPr id="14" name="Text 12"/>
          <p:cNvSpPr/>
          <p:nvPr/>
        </p:nvSpPr>
        <p:spPr>
          <a:xfrm>
            <a:off x="9089136" y="1490472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13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226296" y="2441448"/>
            <a:ext cx="2404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database tables designed,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all with row-level security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2A357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867912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9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0080" y="4818888"/>
            <a:ext cx="2404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backend API routers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11 services (FastAPI)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64992" y="370332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2A3572"/>
          </a:solidFill>
          <a:ln/>
        </p:spPr>
      </p:sp>
      <p:sp>
        <p:nvSpPr>
          <p:cNvPr id="20" name="Text 18"/>
          <p:cNvSpPr/>
          <p:nvPr/>
        </p:nvSpPr>
        <p:spPr>
          <a:xfrm>
            <a:off x="3364992" y="3867912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11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502152" y="4818888"/>
            <a:ext cx="2404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frontend pages built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(React 18 + Vite)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27064" y="370332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2A3572"/>
          </a:solidFill>
          <a:ln/>
        </p:spPr>
      </p:sp>
      <p:sp>
        <p:nvSpPr>
          <p:cNvPr id="23" name="Text 21"/>
          <p:cNvSpPr/>
          <p:nvPr/>
        </p:nvSpPr>
        <p:spPr>
          <a:xfrm>
            <a:off x="6227064" y="3867912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5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364224" y="4818888"/>
            <a:ext cx="2404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AI services integrated: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Gemini · Groq LLM · Whisper · TTS · embeddings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89136" y="370332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2A3572"/>
          </a:solidFill>
          <a:ln/>
        </p:spPr>
      </p:sp>
      <p:sp>
        <p:nvSpPr>
          <p:cNvPr id="26" name="Text 24"/>
          <p:cNvSpPr/>
          <p:nvPr/>
        </p:nvSpPr>
        <p:spPr>
          <a:xfrm>
            <a:off x="9089136" y="3867912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0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9226296" y="4818888"/>
            <a:ext cx="2404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rupees running cost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every service on free tier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0E8"/>
                </a:solidFill>
              </a:rPr>
              <a:t>Every piece designed, built, trained, tested and documented by one person.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#1 — Agents That React to Each Other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4C8C"/>
                </a:solidFill>
              </a:rPr>
              <a:t>Most student projects are separate features behind one menu. Mine is a system where one action ripples everywhere.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6FF"/>
          </a:solidFill>
          <a:ln w="12700">
            <a:solidFill>
              <a:srgbClr val="D5D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You mark 'Docker'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as learned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36392" y="2331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4C8C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66160" y="19202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 w="12700">
            <a:solidFill>
              <a:srgbClr val="D5D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920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Event fires in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shared memory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08192" y="2331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4C8C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537960" y="19202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3D6"/>
          </a:solidFill>
          <a:ln w="12700">
            <a:solidFill>
              <a:srgbClr val="D5D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920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5A10"/>
                </a:solidFill>
              </a:rPr>
              <a:t>Skill Gap re-checks itself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7A5A10"/>
                </a:solidFill>
              </a:rPr>
              <a:t>(my trained model)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079992" y="2331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4C8C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509760" y="19202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DFF3E7"/>
          </a:solidFill>
          <a:ln w="12700">
            <a:solidFill>
              <a:srgbClr val="D5D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1920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5B38"/>
                </a:solidFill>
              </a:rPr>
              <a:t>Your resume gets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5B38"/>
                </a:solidFill>
              </a:rPr>
              <a:t>flagged for refresh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374904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639"/>
                </a:solidFill>
              </a:rPr>
              <a:t>Fully automatic — the user clicks ONCE; everything else happens in the background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639"/>
                </a:solidFill>
              </a:rPr>
              <a:t>Under 30 seconds, and the screen never freezes (non-blocking design)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639"/>
                </a:solidFill>
              </a:rPr>
              <a:t>Agents never call each other directly — they communicate through an event bus, so every module also works standalone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639"/>
                </a:solidFill>
              </a:rPr>
              <a:t>Crash-safe: events are stored in the database, so the cascade can always resume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035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</a:rPr>
              <a:t>I will show this happening live in the demo.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#2 — I Didn't Just Call an API. I Trained My Own Models.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4983480" cy="548640"/>
          </a:xfrm>
          <a:prstGeom prst="roundRect">
            <a:avLst>
              <a:gd name="adj" fmla="val 10000"/>
            </a:avLst>
          </a:prstGeom>
          <a:solidFill>
            <a:srgbClr val="B7791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MODEL 1 — Resume Classifier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D4C8C"/>
                </a:solidFill>
              </a:rPr>
              <a:t>Reads any resume and tells which of 24 career fields it belongs 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Trained on 2,484 real labelled resumes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Built a classical baseline first, then fine-tuned a DistilBERT transformer on a GPU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Result: 82.3% accuracy — beating my own baseline by 16.8 points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417320"/>
            <a:ext cx="4983480" cy="548640"/>
          </a:xfrm>
          <a:prstGeom prst="roundRect">
            <a:avLst>
              <a:gd name="adj" fmla="val 10000"/>
            </a:avLst>
          </a:prstGeom>
          <a:solidFill>
            <a:srgbClr val="2F855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417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MODEL 2 — Skill Extractor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21031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D4C8C"/>
                </a:solidFill>
              </a:rPr>
              <a:t>Reads any job ad and detects which of 25 skills it demands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No labelled data existed — so I generated labels for ~11,800 job posts using LLM-assisted weak supervision (a published research technique)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Multi-label transformer trained end-to-end by me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Powers Skill Gap and job matching — deterministic, no external AI needed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Why it matters: the core intelligence is MINE — reproducible, benchmarked, and free of external dependency.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#3 — It Speaks, Listens, and Cares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1508760"/>
          </a:xfrm>
          <a:prstGeom prst="roundRect">
            <a:avLst>
              <a:gd name="adj" fmla="val 4848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16736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 real spoken interview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31920" y="1316736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</a:rPr>
              <a:t>The AI interviewer asks questions ALOUD — tailored to the actual job and your actual skills. You answer with your voice; it transcribes and coaches every answer. Turn latency ≈ 2 seconds — it feels like talking to a person.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11155680" cy="1508760"/>
          </a:xfrm>
          <a:prstGeom prst="roundRect">
            <a:avLst>
              <a:gd name="adj" fmla="val 4848"/>
            </a:avLst>
          </a:prstGeom>
          <a:solidFill>
            <a:srgbClr val="FFF3D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08376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A10"/>
                </a:solidFill>
              </a:rPr>
              <a:t>Panic Control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3008376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</a:rPr>
              <a:t>Interview anxiety is real. One button pauses everything, guides breathing exercises, and rebuilds confidence. Anxiety is measured before and after each session — the app cares how the user feels, not just what they answer.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572000"/>
            <a:ext cx="11155680" cy="1508760"/>
          </a:xfrm>
          <a:prstGeom prst="roundRect">
            <a:avLst>
              <a:gd name="adj" fmla="val 4848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00016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Zero-cost engineering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4700016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</a:rPr>
              <a:t>Whisper speech-to-text, neural TTS, two LLMs, vector search, GPU training — all orchestrated within free tiers. Anyone can use it; a student in Sri Lanka pays nothing.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4C8C"/>
                </a:solidFill>
              </a:rPr>
              <a:t>No mainstream tool combines these. That is the gap this project fills.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How I Built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Requirements (MoSCoW)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MUST: profile + shared memory · job aggregation &amp; semantic matching · skill-gap via my Model 2 · learning plans · resume classify (Model 1) + ATS tailoring · voice interview · cascade &lt; 30 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SHOULD: panic control with anxiety tracking · cross-app assistant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COULD: mock exam + certificates — delivered anyway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NFR: row-level security · ~2 s interview turns · non-blocking UI · 100% free tier · reproducible training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Method: Agile Scrum — 8 sprints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536192"/>
            <a:ext cx="5303520" cy="475488"/>
          </a:xfrm>
          <a:prstGeom prst="roundRect">
            <a:avLst>
              <a:gd name="adj" fmla="val 11538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</a:rPr>
              <a:t>1–2  Foundation: schema, auth, security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2103120"/>
            <a:ext cx="5303520" cy="475488"/>
          </a:xfrm>
          <a:prstGeom prst="roundRect">
            <a:avLst>
              <a:gd name="adj" fmla="val 11538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10312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</a:rPr>
              <a:t>3–4  Job Scout + semantic matching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2670048"/>
            <a:ext cx="5303520" cy="475488"/>
          </a:xfrm>
          <a:prstGeom prst="roundRect">
            <a:avLst>
              <a:gd name="adj" fmla="val 11538"/>
            </a:avLst>
          </a:prstGeom>
          <a:solidFill>
            <a:srgbClr val="FFF3D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7004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5A10"/>
                </a:solidFill>
              </a:rPr>
              <a:t>5–6  ML MODEL 1 — trained &amp; evaluated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236976"/>
            <a:ext cx="5303520" cy="475488"/>
          </a:xfrm>
          <a:prstGeom prst="roundRect">
            <a:avLst>
              <a:gd name="adj" fmla="val 11538"/>
            </a:avLst>
          </a:prstGeom>
          <a:solidFill>
            <a:srgbClr val="FFF3D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23697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5A10"/>
                </a:solidFill>
              </a:rPr>
              <a:t>7–8  ML MODEL 2 — trained &amp; integrated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3803904"/>
            <a:ext cx="5303520" cy="475488"/>
          </a:xfrm>
          <a:prstGeom prst="roundRect">
            <a:avLst>
              <a:gd name="adj" fmla="val 11538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80390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</a:rPr>
              <a:t>9–10  Resume + Learning agents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4370832"/>
            <a:ext cx="5303520" cy="475488"/>
          </a:xfrm>
          <a:prstGeom prst="roundRect">
            <a:avLst>
              <a:gd name="adj" fmla="val 11538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37083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</a:rPr>
              <a:t>11–12  Voice Interview + Panic Control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4937760"/>
            <a:ext cx="5303520" cy="475488"/>
          </a:xfrm>
          <a:prstGeom prst="roundRect">
            <a:avLst>
              <a:gd name="adj" fmla="val 11538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93776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</a:rPr>
              <a:t>13–14  Career Path + the cascade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5504688"/>
            <a:ext cx="5303520" cy="475488"/>
          </a:xfrm>
          <a:prstGeom prst="roundRect">
            <a:avLst>
              <a:gd name="adj" fmla="val 11538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50468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</a:rPr>
              <a:t>15–16  Testing, deployment, documentation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D4C8C"/>
                </a:solidFill>
              </a:rPr>
              <a:t>Every sprint ended with something working — supervisor saw progress at every stage.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Did It Work?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10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344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29400" y="1371600"/>
            <a:ext cx="50749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Model beats baseline by +16.8 accuracy points — the core scientific claim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Macro-F1 0.751 vs 0.80 target — I know exactly why (long resumes truncated, rare classes) and how to fix it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Cascade verified: &lt; 30 s, UI never blocked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Voice interview: ≈ 2 s per turn — natural conversation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Whole system runs on free tiers — 0 cost achieved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All 12 planned objectives achieved + 1 module beyond scope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Honest evaluation, not marketing — every number comes from a versioned, reproducible notebook.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0E8"/>
                </a:solidFill>
              </a:rPr>
              <a:t>Watch the whole journey — and the cascade happening live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75564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7099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Login → Dashboard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34440" y="21122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Full stack live and connected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10" name="Text 8"/>
          <p:cNvSpPr/>
          <p:nvPr/>
        </p:nvSpPr>
        <p:spPr>
          <a:xfrm>
            <a:off x="6327648" y="175564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949440" y="17099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Profile &amp; Skills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49440" y="21122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The shared memory every agent reads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770632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292608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344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Job Scout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32826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Real jobs, semantic match 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2770632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292608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Skill Gap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49440" y="32826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MY Model 2 working live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941064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409651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234440" y="40507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Mark skill learned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34440" y="44531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THE cascade — watch it ripple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3941064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409651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49440" y="40507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Resume classify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49440" y="44531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MY Model 1 working live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5111496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526694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7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234440" y="52212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Voice Interview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234440" y="5623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It speaks; I answer; panic button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5111496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34" name="Text 32"/>
          <p:cNvSpPr/>
          <p:nvPr/>
        </p:nvSpPr>
        <p:spPr>
          <a:xfrm>
            <a:off x="6327648" y="526694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8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949440" y="52212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Mock Exam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949440" y="5623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Bonus scope: score + certificate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0E8"/>
                </a:solidFill>
              </a:rPr>
              <a:t>App is running with realistic data already prepared.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Knowledge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Engineering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</a:rPr>
              <a:t>A working blueprint for multi-agent AI where agents cooperate through shared memory and events — standalone AND interconnected at once. Reusable beyond careers: healthcare, education, finance.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Machine Learning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46520" y="1801368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</a:rPr>
              <a:t>A reproducible hybrid pattern: train your own models for the frequent, well-defined tasks; use LLMs only for open conversation. Every result benchmarked against a baseline.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Methodology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4178808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</a:rPr>
              <a:t>Proof that one student can apply LLM-assisted weak supervision — a current research technique — end-to-end: from raw public data to a served production model.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74904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Social Impact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46520" y="4178808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</a:rPr>
              <a:t>Career coaching for people who can never afford it. Anxiety-aware interview practice. Zero cost by design, not by accident.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4C8C"/>
                </a:solidFill>
              </a:rPr>
              <a:t>All three learning outcomes met: problem specified, literature applied, artefact evaluated.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Improve — and Where This Goes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</a:rPr>
              <a:t>Honest 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Model 1 macro-F1 below target — fix known: longer inputs (512 tokens), class weighting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Model 2 covers 25 skills — production needs the wider ESCO vocabulary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Weak labels carry some LLM noise (gold-standard subset controls it)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Free-tier speed not guaranteed under heavy provider load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55A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37960" y="15544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Daily Journal agent — skills auto-extracted from what you write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One-click apply with the tailored resume; e-mail &amp; WhatsApp automation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Recruiter portal over anonymised candidate profiles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Tamil &amp; Sinhala interfaces + mobile app on the same backend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539496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394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This is not a semester throwaway — it is a releasable product with a real path to real users.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0E8"/>
                </a:solidFill>
              </a:rPr>
              <a:t>6 agents · 2 models trained by me · 14,000+ training samples · 13 tables · 16 weeks · 0 cost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2026-08-14T04:52:30Z</dcterms:created>
  <dcterms:modified xsi:type="dcterms:W3CDTF">2026-08-14T04:52:30Z</dcterms:modified>
</cp:coreProperties>
</file>